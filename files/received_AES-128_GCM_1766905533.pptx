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4" r:id="rId9"/>
    <p:sldId id="265" r:id="rId10"/>
    <p:sldId id="276" r:id="rId11"/>
    <p:sldId id="266" r:id="rId12"/>
    <p:sldId id="275" r:id="rId13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5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399341" y="788618"/>
            <a:ext cx="1393317" cy="996791"/>
            <a:chOff x="5399341" y="788618"/>
            <a:chExt cx="1393317" cy="996791"/>
          </a:xfrm>
        </p:grpSpPr>
        <p:sp>
          <p:nvSpPr>
            <p:cNvPr id="3" name="Freeform 3"/>
            <p:cNvSpPr/>
            <p:nvPr/>
          </p:nvSpPr>
          <p:spPr>
            <a:xfrm>
              <a:off x="5399341" y="788618"/>
              <a:ext cx="1393317" cy="996791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600" y="7243"/>
                  </a:moveTo>
                  <a:lnTo>
                    <a:pt x="10709" y="0"/>
                  </a:lnTo>
                  <a:lnTo>
                    <a:pt x="0" y="7423"/>
                  </a:lnTo>
                  <a:lnTo>
                    <a:pt x="4822" y="10765"/>
                  </a:lnTo>
                  <a:lnTo>
                    <a:pt x="4822" y="18595"/>
                  </a:lnTo>
                  <a:lnTo>
                    <a:pt x="5062" y="18853"/>
                  </a:lnTo>
                  <a:cubicBezTo>
                    <a:pt x="5162" y="18960"/>
                    <a:pt x="7552" y="21484"/>
                    <a:pt x="10775" y="21597"/>
                  </a:cubicBezTo>
                  <a:cubicBezTo>
                    <a:pt x="10843" y="21599"/>
                    <a:pt x="10911" y="21600"/>
                    <a:pt x="10979" y="21600"/>
                  </a:cubicBezTo>
                  <a:cubicBezTo>
                    <a:pt x="14134" y="21600"/>
                    <a:pt x="16170" y="19022"/>
                    <a:pt x="16257" y="18909"/>
                  </a:cubicBezTo>
                  <a:lnTo>
                    <a:pt x="16454" y="18655"/>
                  </a:lnTo>
                  <a:lnTo>
                    <a:pt x="16454" y="10840"/>
                  </a:lnTo>
                  <a:lnTo>
                    <a:pt x="21600" y="7243"/>
                  </a:lnTo>
                  <a:close/>
                </a:path>
                <a:path w="21600" h="21600">
                  <a:moveTo>
                    <a:pt x="10720" y="1902"/>
                  </a:moveTo>
                  <a:lnTo>
                    <a:pt x="18808" y="7282"/>
                  </a:lnTo>
                  <a:lnTo>
                    <a:pt x="10713" y="12939"/>
                  </a:lnTo>
                  <a:lnTo>
                    <a:pt x="2756" y="7423"/>
                  </a:lnTo>
                  <a:lnTo>
                    <a:pt x="10720" y="1902"/>
                  </a:lnTo>
                  <a:close/>
                </a:path>
                <a:path w="21600" h="21600">
                  <a:moveTo>
                    <a:pt x="15230" y="17877"/>
                  </a:moveTo>
                  <a:cubicBezTo>
                    <a:pt x="14687" y="18459"/>
                    <a:pt x="13035" y="19957"/>
                    <a:pt x="10807" y="19885"/>
                  </a:cubicBezTo>
                  <a:cubicBezTo>
                    <a:pt x="8535" y="19806"/>
                    <a:pt x="6686" y="18311"/>
                    <a:pt x="6046" y="17725"/>
                  </a:cubicBezTo>
                  <a:lnTo>
                    <a:pt x="6046" y="11614"/>
                  </a:lnTo>
                  <a:lnTo>
                    <a:pt x="10716" y="14851"/>
                  </a:lnTo>
                  <a:lnTo>
                    <a:pt x="15230" y="11696"/>
                  </a:lnTo>
                  <a:lnTo>
                    <a:pt x="15230" y="17877"/>
                  </a:lnTo>
                </a:path>
              </a:pathLst>
            </a:custGeom>
            <a:solidFill>
              <a:srgbClr val="2F5D62">
                <a:alpha val="100000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448776" y="980928"/>
              <a:ext cx="991743" cy="656177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11688"/>
                  </a:moveTo>
                  <a:lnTo>
                    <a:pt x="1720" y="11688"/>
                  </a:lnTo>
                  <a:lnTo>
                    <a:pt x="1720" y="21600"/>
                  </a:lnTo>
                  <a:lnTo>
                    <a:pt x="0" y="21600"/>
                  </a:lnTo>
                  <a:lnTo>
                    <a:pt x="0" y="11688"/>
                  </a:lnTo>
                  <a:close/>
                </a:path>
                <a:path w="21600" h="21600">
                  <a:moveTo>
                    <a:pt x="19715" y="3250"/>
                  </a:moveTo>
                  <a:lnTo>
                    <a:pt x="15307" y="0"/>
                  </a:lnTo>
                  <a:lnTo>
                    <a:pt x="14931" y="1168"/>
                  </a:lnTo>
                  <a:lnTo>
                    <a:pt x="19339" y="4418"/>
                  </a:lnTo>
                  <a:close/>
                </a:path>
                <a:path w="21600" h="21600">
                  <a:moveTo>
                    <a:pt x="20740" y="4064"/>
                  </a:moveTo>
                  <a:lnTo>
                    <a:pt x="21600" y="4714"/>
                  </a:lnTo>
                  <a:lnTo>
                    <a:pt x="21215" y="5877"/>
                  </a:lnTo>
                  <a:lnTo>
                    <a:pt x="20355" y="5227"/>
                  </a:lnTo>
                  <a:lnTo>
                    <a:pt x="20740" y="4064"/>
                  </a:lnTo>
                </a:path>
              </a:pathLst>
            </a:custGeom>
            <a:solidFill>
              <a:srgbClr val="2F5D62">
                <a:alpha val="100000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036035" y="1961768"/>
            <a:ext cx="8119929" cy="262767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9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web漏洞扫描器</a:t>
            </a:r>
            <a:endParaRPr lang="en-US" sz="49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657600" y="4191000"/>
            <a:ext cx="4777105" cy="153416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65000"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2300330127</a:t>
            </a:r>
            <a:r>
              <a:rPr lang="zh-CN" alt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向星儒</a:t>
            </a:r>
            <a:endParaRPr lang="zh-CN" alt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altLang="zh-CN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2300330129</a:t>
            </a:r>
            <a:r>
              <a:rPr lang="zh-CN" alt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闫昊阳</a:t>
            </a:r>
            <a:endParaRPr lang="zh-CN" alt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altLang="zh-CN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2300330126</a:t>
            </a:r>
            <a:r>
              <a:rPr lang="zh-CN" alt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吴建华</a:t>
            </a:r>
            <a:endParaRPr lang="zh-CN" alt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altLang="zh-CN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2300330124</a:t>
            </a:r>
            <a:r>
              <a:rPr lang="zh-CN" alt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文开伦</a:t>
            </a:r>
            <a:endParaRPr lang="zh-CN" alt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41268" y="1002853"/>
            <a:ext cx="1945005" cy="116615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55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555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89164" y="2029524"/>
            <a:ext cx="3649213" cy="55738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77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31986" y="944024"/>
            <a:ext cx="6612681" cy="496995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5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引言</a:t>
            </a:r>
            <a:endParaRPr lang="en-US" sz="24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0" lvl="1" indent="-228600" algn="l">
              <a:lnSpc>
                <a:spcPct val="15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设计与实现</a:t>
            </a:r>
            <a:endParaRPr lang="en-US" sz="24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9225" y="2285831"/>
            <a:ext cx="2079712" cy="70348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36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22464" y="3125809"/>
            <a:ext cx="7347073" cy="158778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引言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349513" y="2285831"/>
            <a:ext cx="2079712" cy="70348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36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5279" y="2314941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75279" y="1272958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575279" y="3187184"/>
            <a:ext cx="2019300" cy="2914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初步网络扫描：虽然项目不直接检测漏洞，但提供网络扫描功能，作为网络安全工作的初步步骤，助力用户构建安全网络环境。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57123" y="1834920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1150548" y="2128502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836339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2836339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2836339" y="3194659"/>
            <a:ext cx="2019300" cy="2914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端口开放检测：项目能够精准扫描主机开放端口，发现潜在服务漏洞。通过识别端口上的服务，用户可以迅速评估并应对已知漏洞。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18182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2857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TextBox 11"/>
          <p:cNvSpPr txBox="1"/>
          <p:nvPr/>
        </p:nvSpPr>
        <p:spPr>
          <a:xfrm>
            <a:off x="3411608" y="2135977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100132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5100132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4" name="TextBox 14"/>
          <p:cNvSpPr txBox="1"/>
          <p:nvPr/>
        </p:nvSpPr>
        <p:spPr>
          <a:xfrm>
            <a:off x="5100132" y="3194659"/>
            <a:ext cx="2019300" cy="2914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c段扫描功能：程序可以扫描指定的IP段，识别网段内的所有活动IP地址。这有助于发现同一网段内可能的其他目标，目标可能存在漏洞。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581975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5675401" y="2135977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92501" y="2351674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7392501" y="1309691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9" name="TextBox 19"/>
          <p:cNvSpPr txBox="1"/>
          <p:nvPr/>
        </p:nvSpPr>
        <p:spPr>
          <a:xfrm>
            <a:off x="7392501" y="3223917"/>
            <a:ext cx="2019300" cy="2914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cms指纹识别：若主机下搭建了网站，可以通过识别并确定改网站的内容管理系统，来初步确定该网站可能存在哪些漏洞，不同的CMS平台有它们自己的安全漏洞和弱点。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74344" y="1871653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1" name="TextBox 21"/>
          <p:cNvSpPr txBox="1"/>
          <p:nvPr/>
        </p:nvSpPr>
        <p:spPr>
          <a:xfrm>
            <a:off x="7967769" y="2165235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656294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23" name="AutoShape 23"/>
          <p:cNvSpPr/>
          <p:nvPr/>
        </p:nvSpPr>
        <p:spPr>
          <a:xfrm>
            <a:off x="9656294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24" name="TextBox 24"/>
          <p:cNvSpPr txBox="1"/>
          <p:nvPr/>
        </p:nvSpPr>
        <p:spPr>
          <a:xfrm>
            <a:off x="9656294" y="3194659"/>
            <a:ext cx="2019300" cy="291465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WAF检测能力：检测网站是否部署了WAF可以帮助了解目标的安全防护措施，了解WAF的存在和类型可以初步确定如何进行漏洞测试以避免被WAF拦截。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0138137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>
            <a:off x="10231563" y="2135977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30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漏洞检测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259" y="139481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6303259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715856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715856" y="1378942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6703007" y="412637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配置验证工具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03007" y="470528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验证CDN和WAF的配置是否正确，确保它们的正常运行，为网络资产提供预期的保护，确保网络安全与稳定性。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8702" y="161018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网络审计功能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定期对各种端口进行扫描，确保端口的正常开放，保证服务的正常运行，确保没有未授权的服务正在运行。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86105" y="161018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安全性合规检查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86105" y="218909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使用本项目可以初步检查网络配置是否合乎标准，确保某些敏感的端口暴露给公共网络、辅助检查cms中的特定漏洞。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98702" y="412637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故障排查工具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8702" y="470528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当发现某些服务无法正常运行时，可以使用本项目快速初步检查相关端口状态，迅速定位问题根源，助力快速恢复服务运行。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29225" y="2285831"/>
            <a:ext cx="2079712" cy="70348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36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22464" y="3125809"/>
            <a:ext cx="7347073" cy="158778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设计与实现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349513" y="2285831"/>
            <a:ext cx="2079712" cy="703487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</a:t>
            </a:r>
            <a:endParaRPr lang="en-US" sz="36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476023" y="1726817"/>
            <a:ext cx="4434841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62187" y="4881292"/>
            <a:ext cx="6000750" cy="711336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CDN检测模块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267801" y="5523753"/>
            <a:ext cx="6477000" cy="914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检测域名是否使用了内容分发网络，输入域名，输出是否使用CDN的判断。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67801" y="183597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562187" y="1621998"/>
            <a:ext cx="6000750" cy="666079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端口扫描模块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67801" y="2234038"/>
            <a:ext cx="6477000" cy="914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扫描指定IP的特定端口，检测端口是否开放，输入IP地址、端口范围，输出端口状态（开放、关闭）。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62187" y="3262274"/>
            <a:ext cx="6000750" cy="697555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子域名扫描模块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67801" y="3896612"/>
            <a:ext cx="6477000" cy="9144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扫描给定域名的所有子域名，检测子域名是否解析，输入域名、子域名列表或文件路径，输出子域名存在性状态。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67801" y="349198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5267801" y="511789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259" y="139481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6303259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715856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715856" y="1378942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6703007" y="412637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漏洞扫描模块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03007" y="470528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探查网站可能存在的已知漏洞，输入域名，输出报告文档。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8702" y="161018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C段扫描模块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扫描指定IP段内的所有IP地址，输入IP段范围，输出扫描的IP地址。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86105" y="161018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CMS指纹识别模块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86105" y="218909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识别网站的CMS类型，输入域名，输出CMS类型（如WordPress、Joomla等）。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98702" y="412637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WAF检测模块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8702" y="470528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检测网站是否使用了Web应用防火墙，输入域名，输出WAF类型（如ModSecurity、Cloudflare WAF等）。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010" y="609600"/>
            <a:ext cx="5132705" cy="1849755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6303010" y="2626360"/>
            <a:ext cx="5132705" cy="1731645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85800" y="2667000"/>
            <a:ext cx="4933950" cy="169037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685800" y="609600"/>
            <a:ext cx="4933950" cy="1849755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6476947" y="274334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4.定义扫描目标地址：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552" y="68562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1.配置日志：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476750" cy="1209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629590" y="68562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2.禁用HTTPS请求警告：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2819400"/>
            <a:ext cx="4295775" cy="89027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3.配置AWVS接口地址和API密钥：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3400" y="76200"/>
            <a:ext cx="9528810" cy="4851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AWVS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3"/>
          <p:cNvSpPr/>
          <p:nvPr>
            <p:custDataLst>
              <p:tags r:id="rId2"/>
            </p:custDataLst>
          </p:nvPr>
        </p:nvSpPr>
        <p:spPr>
          <a:xfrm>
            <a:off x="685800" y="4499610"/>
            <a:ext cx="4934585" cy="179705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8" name="AutoShape 3"/>
          <p:cNvSpPr/>
          <p:nvPr>
            <p:custDataLst>
              <p:tags r:id="rId3"/>
            </p:custDataLst>
          </p:nvPr>
        </p:nvSpPr>
        <p:spPr>
          <a:xfrm>
            <a:off x="6381115" y="4525010"/>
            <a:ext cx="5033645" cy="1770380"/>
          </a:xfrm>
          <a:prstGeom prst="roundRect">
            <a:avLst/>
          </a:prstGeom>
          <a:solidFill>
            <a:schemeClr val="lt2">
              <a:alpha val="80000"/>
            </a:schemeClr>
          </a:solidFill>
        </p:spPr>
      </p:sp>
      <p:sp>
        <p:nvSpPr>
          <p:cNvPr id="19" name="TextBox 6"/>
          <p:cNvSpPr txBox="1"/>
          <p:nvPr>
            <p:custDataLst>
              <p:tags r:id="rId4"/>
            </p:custDataLst>
          </p:nvPr>
        </p:nvSpPr>
        <p:spPr>
          <a:xfrm>
            <a:off x="914347" y="457214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5.定义扫描目标地址：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6"/>
          <p:cNvSpPr txBox="1"/>
          <p:nvPr>
            <p:custDataLst>
              <p:tags r:id="rId5"/>
            </p:custDataLst>
          </p:nvPr>
        </p:nvSpPr>
        <p:spPr>
          <a:xfrm>
            <a:off x="6721422" y="4572143"/>
            <a:ext cx="4295775" cy="62865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6.运行完整的扫描流程：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55700" y="1219200"/>
            <a:ext cx="3859530" cy="895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初始化日志系统，将日志保存到文件scan_log.txt，并设置日志级别为INFO，格式为时间戳加上消息内容。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19900" y="1236345"/>
            <a:ext cx="40767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禁用urllib3库在HTTPS请求时产生的警告，这是因为脚本中的请求可能会使用自签名证书或不安全的HTTPS连接。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098550" y="3472180"/>
            <a:ext cx="41535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设置AWVS的API接口地址（tarurl）和API密钥（apikey），这些是与AWVS API交互所必需的。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721475" y="3276600"/>
            <a:ext cx="37763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定义一个固定的扫描目标地址（scan_url），这个地址是将要被扫描的网站URL。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104265" y="5078095"/>
            <a:ext cx="3696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脚本定义了一系列函数来执行不同的扫描任务，包括获取目标列表、创建扫描目标、启动扫描、等待扫描完成、生成报告和下载报告。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63715" y="5121910"/>
            <a:ext cx="39566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run_scan()函数是扫描流程的入口点，它按顺序调用上述定义的函数来完成整个扫描过程。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2027" y="2155390"/>
            <a:ext cx="3472815" cy="3472815"/>
          </a:xfrm>
          <a:prstGeom prst="ellipse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97260" y="3180638"/>
            <a:ext cx="5610225" cy="470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复选框用于选择要执行的扫描类型。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7260" y="2722499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选择组件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97260" y="4437395"/>
            <a:ext cx="5610225" cy="4566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按钮用于启动和停止扫描。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097260" y="3979255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操作组件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9" name="AutoShape 9"/>
          <p:cNvSpPr/>
          <p:nvPr/>
        </p:nvSpPr>
        <p:spPr>
          <a:xfrm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AutoShape 11"/>
          <p:cNvSpPr/>
          <p:nvPr/>
        </p:nvSpPr>
        <p:spPr>
          <a:xfrm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TextBox 12"/>
          <p:cNvSpPr txBox="1"/>
          <p:nvPr/>
        </p:nvSpPr>
        <p:spPr>
          <a:xfrm>
            <a:off x="4470237" y="1782217"/>
            <a:ext cx="76390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232236" y="3008561"/>
            <a:ext cx="76390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248581" y="4265317"/>
            <a:ext cx="74485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470237" y="5513381"/>
            <a:ext cx="76390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418969" y="1989857"/>
            <a:ext cx="5609752" cy="4566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文本框用于输入IP地址、端口范围、域名等。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418969" y="1531718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输入组件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387222" y="5699240"/>
            <a:ext cx="5610225" cy="4704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文本区域用于显示扫描结果</a:t>
            </a:r>
            <a:endParaRPr lang="en-US" sz="1500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87222" y="5241100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输出组件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01782" y="2704072"/>
            <a:ext cx="6988435" cy="164915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96000"/>
              </a:lnSpc>
            </a:pPr>
            <a:r>
              <a:rPr lang="en-US" sz="9675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lang="en-US" sz="9675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34135" y="4291542"/>
            <a:ext cx="3123730" cy="71617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感谢观看</a:t>
            </a:r>
            <a:endParaRPr lang="en-US" sz="3000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5399341" y="1709928"/>
            <a:ext cx="1393317" cy="996791"/>
            <a:chOff x="5399341" y="1709928"/>
            <a:chExt cx="1393317" cy="996791"/>
          </a:xfrm>
        </p:grpSpPr>
        <p:sp>
          <p:nvSpPr>
            <p:cNvPr id="5" name="Freeform 5"/>
            <p:cNvSpPr/>
            <p:nvPr/>
          </p:nvSpPr>
          <p:spPr>
            <a:xfrm>
              <a:off x="5399341" y="1709928"/>
              <a:ext cx="1393317" cy="996791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600" y="7243"/>
                  </a:moveTo>
                  <a:lnTo>
                    <a:pt x="10709" y="0"/>
                  </a:lnTo>
                  <a:lnTo>
                    <a:pt x="0" y="7423"/>
                  </a:lnTo>
                  <a:lnTo>
                    <a:pt x="4822" y="10765"/>
                  </a:lnTo>
                  <a:lnTo>
                    <a:pt x="4822" y="18595"/>
                  </a:lnTo>
                  <a:lnTo>
                    <a:pt x="5062" y="18853"/>
                  </a:lnTo>
                  <a:cubicBezTo>
                    <a:pt x="5162" y="18960"/>
                    <a:pt x="7552" y="21484"/>
                    <a:pt x="10775" y="21597"/>
                  </a:cubicBezTo>
                  <a:cubicBezTo>
                    <a:pt x="10843" y="21599"/>
                    <a:pt x="10911" y="21600"/>
                    <a:pt x="10979" y="21600"/>
                  </a:cubicBezTo>
                  <a:cubicBezTo>
                    <a:pt x="14134" y="21600"/>
                    <a:pt x="16170" y="19022"/>
                    <a:pt x="16257" y="18909"/>
                  </a:cubicBezTo>
                  <a:lnTo>
                    <a:pt x="16454" y="18655"/>
                  </a:lnTo>
                  <a:lnTo>
                    <a:pt x="16454" y="10840"/>
                  </a:lnTo>
                  <a:lnTo>
                    <a:pt x="21600" y="7243"/>
                  </a:lnTo>
                  <a:close/>
                </a:path>
                <a:path w="21600" h="21600">
                  <a:moveTo>
                    <a:pt x="10720" y="1902"/>
                  </a:moveTo>
                  <a:lnTo>
                    <a:pt x="18808" y="7282"/>
                  </a:lnTo>
                  <a:lnTo>
                    <a:pt x="10713" y="12939"/>
                  </a:lnTo>
                  <a:lnTo>
                    <a:pt x="2756" y="7423"/>
                  </a:lnTo>
                  <a:lnTo>
                    <a:pt x="10720" y="1902"/>
                  </a:lnTo>
                  <a:close/>
                </a:path>
                <a:path w="21600" h="21600">
                  <a:moveTo>
                    <a:pt x="15230" y="17877"/>
                  </a:moveTo>
                  <a:cubicBezTo>
                    <a:pt x="14687" y="18459"/>
                    <a:pt x="13035" y="19957"/>
                    <a:pt x="10807" y="19885"/>
                  </a:cubicBezTo>
                  <a:cubicBezTo>
                    <a:pt x="8535" y="19806"/>
                    <a:pt x="6686" y="18311"/>
                    <a:pt x="6046" y="17725"/>
                  </a:cubicBezTo>
                  <a:lnTo>
                    <a:pt x="6046" y="11614"/>
                  </a:lnTo>
                  <a:lnTo>
                    <a:pt x="10716" y="14851"/>
                  </a:lnTo>
                  <a:lnTo>
                    <a:pt x="15230" y="11696"/>
                  </a:lnTo>
                  <a:lnTo>
                    <a:pt x="15230" y="17877"/>
                  </a:lnTo>
                </a:path>
              </a:pathLst>
            </a:custGeom>
            <a:solidFill>
              <a:srgbClr val="2F5D62">
                <a:alpha val="100000"/>
              </a:srgbClr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5448776" y="1902238"/>
              <a:ext cx="991743" cy="656177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11688"/>
                  </a:moveTo>
                  <a:lnTo>
                    <a:pt x="1720" y="11688"/>
                  </a:lnTo>
                  <a:lnTo>
                    <a:pt x="1720" y="21600"/>
                  </a:lnTo>
                  <a:lnTo>
                    <a:pt x="0" y="21600"/>
                  </a:lnTo>
                  <a:lnTo>
                    <a:pt x="0" y="11688"/>
                  </a:lnTo>
                  <a:close/>
                </a:path>
                <a:path w="21600" h="21600">
                  <a:moveTo>
                    <a:pt x="19715" y="3250"/>
                  </a:moveTo>
                  <a:lnTo>
                    <a:pt x="15307" y="0"/>
                  </a:lnTo>
                  <a:lnTo>
                    <a:pt x="14931" y="1168"/>
                  </a:lnTo>
                  <a:lnTo>
                    <a:pt x="19339" y="4418"/>
                  </a:lnTo>
                  <a:close/>
                </a:path>
                <a:path w="21600" h="21600">
                  <a:moveTo>
                    <a:pt x="20740" y="4064"/>
                  </a:moveTo>
                  <a:lnTo>
                    <a:pt x="21600" y="4714"/>
                  </a:lnTo>
                  <a:lnTo>
                    <a:pt x="21215" y="5877"/>
                  </a:lnTo>
                  <a:lnTo>
                    <a:pt x="20355" y="5227"/>
                  </a:lnTo>
                  <a:lnTo>
                    <a:pt x="20740" y="4064"/>
                  </a:lnTo>
                </a:path>
              </a:pathLst>
            </a:custGeom>
            <a:solidFill>
              <a:srgbClr val="2F5D62">
                <a:alpha val="100000"/>
              </a:srgbClr>
            </a:solidFill>
          </p:spPr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ab538d86-b083-4b2c-8433-4d7a05cfa992"/>
  <p:tag name="COMMONDATA" val="eyJoZGlkIjoiYzBjMjQ3ZDcyMTVjYzdlYzBjYzM3NmZhYTgxNjI0MzE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EFF3F2"/>
      </a:lt1>
      <a:dk2>
        <a:srgbClr val="2E5D62"/>
      </a:dk2>
      <a:lt2>
        <a:srgbClr val="CEDEDC"/>
      </a:lt2>
      <a:accent1>
        <a:srgbClr val="2F5D62"/>
      </a:accent1>
      <a:accent2>
        <a:srgbClr val="2F5D62"/>
      </a:accent2>
      <a:accent3>
        <a:srgbClr val="3A6C71"/>
      </a:accent3>
      <a:accent4>
        <a:srgbClr val="48797E"/>
      </a:accent4>
      <a:accent5>
        <a:srgbClr val="5E8B90"/>
      </a:accent5>
      <a:accent6>
        <a:srgbClr val="629499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</Words>
  <Application>WPS 演示</Application>
  <PresentationFormat>On-screen Show (4:3)</PresentationFormat>
  <Paragraphs>155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wu</cp:lastModifiedBy>
  <cp:revision>19</cp:revision>
  <dcterms:created xsi:type="dcterms:W3CDTF">2006-08-16T00:00:00Z</dcterms:created>
  <dcterms:modified xsi:type="dcterms:W3CDTF">2024-12-28T09:12:48Z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7BAC55ABCB904BFCAB961240BCD7374C_12</vt:lpwstr>
  </property>
  <property fmtid="{D5CDD505-2E9C-101B-9397-08002B2CF9AE}" pid="3" name="KSOProductBuildVer">
    <vt:lpwstr>2052-11.1.0.14309</vt:lpwstr>
  </property>
</Properties>
</file>